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IoT SaaS – Open Source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EU-based Industrial IoT SaaS Platform</a:t>
            </a:r>
          </a:p>
          <a:p>
            <a:pPr lvl="1"/>
            <a:r>
              <a:t>1000+ Devices per Customer</a:t>
            </a:r>
          </a:p>
          <a:p>
            <a:pPr lvl="1"/>
            <a:r>
              <a:t>SLA-driven Architecture</a:t>
            </a:r>
          </a:p>
          <a:p>
            <a:pPr lvl="1"/>
            <a:r>
              <a:t>Open Source First Strategy</a:t>
            </a:r>
          </a:p>
          <a:p>
            <a:pPr lvl="1"/>
            <a:r>
              <a:t>Sustainable, Organic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remains standardized and vendor-neutral</a:t>
            </a:r>
          </a:p>
          <a:p>
            <a:pPr lvl="1"/>
            <a:r>
              <a:t>No proprietary lock-in dependencies</a:t>
            </a:r>
          </a:p>
          <a:p>
            <a:pPr lvl="1"/>
            <a:r>
              <a:t>Upstream-first contribution model</a:t>
            </a:r>
          </a:p>
          <a:p>
            <a:pPr lvl="1"/>
            <a:r>
              <a:t>Financial support for key OSS projects</a:t>
            </a:r>
          </a:p>
          <a:p>
            <a:pPr lvl="1"/>
            <a:r>
              <a:t>Sustainable growth over exponential scaling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LoRaWAN Core (ChirpStack, MQTT, PostgreSQL)</a:t>
            </a:r>
          </a:p>
          <a:p>
            <a:pPr lvl="1"/>
            <a:r>
              <a:t>Processing &amp; Event Layer (Message Bus, Workers)</a:t>
            </a:r>
          </a:p>
          <a:p>
            <a:pPr lvl="1"/>
            <a:r>
              <a:t>Storage Layer (Time-Series + Business DB)</a:t>
            </a:r>
          </a:p>
          <a:p>
            <a:pPr lvl="1"/>
            <a:r>
              <a:t>API &amp; Dashboard Layer (Multi-Tenant)</a:t>
            </a:r>
          </a:p>
          <a:p>
            <a:pPr lvl="1"/>
            <a:r>
              <a:t>Observability &amp; SLA Intelligence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vs Extension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Core: Stable, shared, no customer-specific patches</a:t>
            </a:r>
          </a:p>
          <a:p>
            <a:pPr lvl="1"/>
            <a:r>
              <a:t>Extensions: Isolated microservices per customer</a:t>
            </a:r>
          </a:p>
          <a:p>
            <a:pPr lvl="1"/>
            <a:r>
              <a:t>Feature Flags per tenant</a:t>
            </a:r>
          </a:p>
          <a:p>
            <a:pPr lvl="1"/>
            <a:r>
              <a:t>SLA Classes mapped to technical resources</a:t>
            </a:r>
          </a:p>
          <a:p>
            <a:pPr lvl="1"/>
            <a:r>
              <a:t>No modifications in Core for single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&amp; Observability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via Prometheus</a:t>
            </a:r>
          </a:p>
          <a:p>
            <a:pPr lvl="1"/>
            <a:r>
              <a:t>Dashboards via Grafana</a:t>
            </a:r>
          </a:p>
          <a:p>
            <a:pPr lvl="1"/>
            <a:r>
              <a:t>Central Log Aggregation</a:t>
            </a:r>
          </a:p>
          <a:p>
            <a:pPr lvl="1"/>
            <a:r>
              <a:t>SLA tracking per customer, site, device group</a:t>
            </a:r>
          </a:p>
          <a:p>
            <a:pPr lvl="1"/>
            <a:r>
              <a:t>Automated monthly SLA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Source 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budget for OSS funding</a:t>
            </a:r>
          </a:p>
          <a:p>
            <a:pPr lvl="1"/>
            <a:r>
              <a:t>Active upstream contributions</a:t>
            </a:r>
          </a:p>
          <a:p>
            <a:pPr lvl="1"/>
            <a:r>
              <a:t>No long-term private forks</a:t>
            </a:r>
          </a:p>
          <a:p>
            <a:pPr lvl="1"/>
            <a:r>
              <a:t>License compliance review process</a:t>
            </a:r>
          </a:p>
          <a:p>
            <a:pPr lvl="1"/>
            <a:r>
              <a:t>Strategic alignment with OSS communities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Growth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Incremental scaling stages</a:t>
            </a:r>
          </a:p>
          <a:p>
            <a:pPr lvl="1"/>
            <a:r>
              <a:t>Infrastructure evolves with demand</a:t>
            </a:r>
          </a:p>
          <a:p>
            <a:pPr lvl="1"/>
            <a:r>
              <a:t>Financial transparency in cost allocation</a:t>
            </a:r>
          </a:p>
          <a:p>
            <a:pPr lvl="1"/>
            <a:r>
              <a:t>Avoid unnecessary architectural complexity</a:t>
            </a:r>
          </a:p>
          <a:p>
            <a:pPr lvl="1"/>
            <a:r>
              <a:t>Long-term industrial stability focus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